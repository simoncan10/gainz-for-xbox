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Top-decile share</c:v>
                </c:pt>
              </c:strCache>
            </c:strRef>
          </c:tx>
          <c:spPr>
            <a:solidFill>
              <a:srgbClr val="12161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216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16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161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161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16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161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Action</c:v>
                  </c:pt>
                  <c:pt idx="1">
                    <c:v>RPG</c:v>
                  </c:pt>
                  <c:pt idx="2">
                    <c:v>Strategy</c:v>
                  </c:pt>
                  <c:pt idx="3">
                    <c:v>Indie</c:v>
                  </c:pt>
                  <c:pt idx="4">
                    <c:v>Sports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</c:v>
                </c:pt>
                <c:pt idx="1">
                  <c:v>85</c:v>
                </c:pt>
                <c:pt idx="2">
                  <c:v>80</c:v>
                </c:pt>
                <c:pt idx="3">
                  <c:v>78</c:v>
                </c:pt>
                <c:pt idx="4">
                  <c:v>78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216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216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A94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 per year</c:v>
                </c:pt>
              </c:strCache>
            </c:strRef>
          </c:tx>
          <c:spPr>
            <a:solidFill>
              <a:srgbClr val="6BD425"/>
            </a:solidFill>
            <a:effectLst/>
          </c:spPr>
          <c:invertIfNegative val="0"/>
          <c:dLbls>
            <c:numFmt formatCode="&quot;$&quot;#,##0&quot;M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D42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4A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April 2026 Ultimate
price rollback</c:v>
                  </c:pt>
                  <c:pt idx="1">
                    <c:v>Catalogue licensing
tranche (one-off)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840</c:v>
                </c:pt>
                <c:pt idx="1">
                  <c:v>30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12700" cap="flat">
              <a:solidFill>
                <a:srgbClr val="2A31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A94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61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$K per title-year</c:v>
                </c:pt>
              </c:strCache>
            </c:strRef>
          </c:tx>
          <c:spPr>
            <a:solidFill>
              <a:srgbClr val="8A94A0"/>
            </a:solidFill>
            <a:effectLst/>
          </c:spPr>
          <c:invertIfNegative val="0"/>
          <c:dLbls>
            <c:numFmt formatCode="&quot;$&quot;#,##0&quot;K&quot;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2161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4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52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D42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Cost of one licence
$1.5M over 24 months</c:v>
                  </c:pt>
                  <c:pt idx="1">
                    <c:v>If measured effect is
0.01pp per title</c:v>
                  </c:pt>
                  <c:pt idx="2">
                    <c:v>If measured effect is
0.04pp per title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</c:v>
                </c:pt>
                <c:pt idx="1">
                  <c:v>302</c:v>
                </c:pt>
                <c:pt idx="2">
                  <c:v>1210</c:v>
                </c:pt>
              </c:numCache>
            </c:numRef>
          </c:val>
        </c:ser>
        <c:dLbls>
          <c:numFmt formatCode="&quot;$&quot;#,##0&quot;K&quot;" sourceLinked="0"/>
          <c:txPr>
            <a:bodyPr/>
            <a:lstStyle/>
            <a:p>
              <a:pPr>
                <a:defRPr b="1" i="0" strike="noStrike" sz="1800" u="none">
                  <a:solidFill>
                    <a:srgbClr val="12161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16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0"/>
        </c:scaling>
        <c:delete val="0"/>
        <c:axPos val="l"/>
        <c:majorGridlines>
          <c:spPr>
            <a:ln w="12700" cap="flat">
              <a:solidFill>
                <a:srgbClr val="E4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A94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flat and slow. The hook is the pause after 'nobody has ever measured'.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Concentration is the reason the tranche is 20 titles, not 200. It is also conservative: delisted failures are absent from the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500+ Game Pass deals already run, $50K to $50M+. Expiry timing was set years ago, so it is closer to exogenous than additions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shapes: 0.5pp across a 50-title cohort-year fails by 2.5x. 2.0pp across the same cohort clears comfortably.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line: 'Then hold me to it.' Stop. Look up. Say nothing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nothing today.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BD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500-deal experiment you already paid for — then a pre-committed rule decides.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4015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D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87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requested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32004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34015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weeks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0" y="4187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audit, no new data collection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320040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34015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0.025pp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21040" y="4187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per title-year that makes it a yes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Xbox board  ·  22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Breadth is worthless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a genre's estimated audience held by its top 10% of titles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589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92024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2148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a hundred games buys you ninety bad ones.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412480" y="4206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SteamSpy owner buckets, n = 4,732–82,552 per genre. Read this as a shape, not a measured share — 83% of the catalogue sits in one bottom bucket. Source: F1, 03_findings.md.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chose price. Nobody measured it.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aimed at churn: the price lever, per year, against the catalogue ask</a:t>
            </a:r>
            <a:endParaRPr lang="en-US" sz="1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589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920240"/>
            <a:ext cx="3108960" cy="1600200"/>
          </a:xfrm>
          <a:prstGeom prst="roundRect">
            <a:avLst>
              <a:gd name="adj" fmla="val 6857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20574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6BD4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28×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8549640" y="2880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of the catalogue ask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370332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 → $22.99 in April 2026, on an estimated 10M Ultimate subscribers. Verified range across 5–15M subscribers: $420M–$1.26B a year, i.e. 14× to 42×. Cost per retained subscriber: unmeasured.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rule, pre-committed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BD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= 0.025pp of annual churn per title-year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75895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783080"/>
            <a:ext cx="3108960" cy="3063240"/>
          </a:xfrm>
          <a:prstGeom prst="roundRect">
            <a:avLst>
              <a:gd name="adj" fmla="val 3582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938528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1pp of churn
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 subs × $168 × 60% margin
= $30.2M a year
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licence
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4450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÷ 24 months = $750K per title-year
</a:t>
            </a:r>
            <a:endParaRPr lang="en-US" sz="15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6BD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 ÷ $30.2M = 0.025pp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0" y="50292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line, licensing pays — scale toward the pool ceiling (~650 screened titles). Below it, it does not pay at $1.5M. Subscriber, ARPU and margin inputs are estimates and are replaced by measured internal values the moment the audit runs.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618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6BD4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six weeks, no capital, and the rule.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12848"/>
            <a:ext cx="566928" cy="566928"/>
          </a:xfrm>
          <a:prstGeom prst="ellipse">
            <a:avLst/>
          </a:prstGeom>
          <a:solidFill>
            <a:srgbClr val="6BD425"/>
          </a:solidFill>
          <a:ln w="12700">
            <a:solidFill>
              <a:srgbClr val="6BD4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2677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above 0.025pp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experiment. Size a standing programme off the measured effect.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212848"/>
            <a:ext cx="566928" cy="566928"/>
          </a:xfrm>
          <a:prstGeom prst="ellipse">
            <a:avLst/>
          </a:prstGeom>
          <a:solidFill>
            <a:srgbClr val="D6DCE3"/>
          </a:solidFill>
          <a:ln w="12700">
            <a:solidFill>
              <a:srgbClr val="D6DC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2677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4924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effect identifiable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45152" y="29718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$30M, 20-title instrumented tranche — with randomisation written in before signature.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1C222B"/>
          </a:solidFill>
          <a:ln w="12700">
            <a:solidFill>
              <a:srgbClr val="1C22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212848"/>
            <a:ext cx="566928" cy="566928"/>
          </a:xfrm>
          <a:prstGeom prst="ellipse">
            <a:avLst/>
          </a:prstGeom>
          <a:solidFill>
            <a:srgbClr val="E0523A"/>
          </a:solidFill>
          <a:ln w="12700">
            <a:solidFill>
              <a:srgbClr val="E05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2677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98280" y="2249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negative or below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29718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catalogue argument. Redirect the renewal book to cost reduction.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 I am naming myself: this is Steam PC data. Console ARPPU is ~48% higher and the genre mix differs. No engagement or playtime data exists in any source available here — which is exactly why the deciding number has to come from inside Microsoft.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Pass catalogue decision</dc:title>
  <dc:subject>PptxGenJS Presentation</dc:subject>
  <dc:creator>Stage 7</dc:creator>
  <cp:lastModifiedBy>Stage 7</cp:lastModifiedBy>
  <cp:revision>1</cp:revision>
  <dcterms:created xsi:type="dcterms:W3CDTF">2026-08-22T10:19:44Z</dcterms:created>
  <dcterms:modified xsi:type="dcterms:W3CDTF">2026-08-22T10:19:44Z</dcterms:modified>
</cp:coreProperties>
</file>