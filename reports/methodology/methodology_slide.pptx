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 of thought: (1) a Game Pass addition must be proven AND not already owned — those pull against each other. (2) Three pillars, weighted. Fit is held to 0.10 because its R-squared is negative — that weight is derived, not chosen. The 50/40 split between Recognition and Headroom is a judgement call. (3) So we stress-tested it: shifting Recognition to 0.70 leaves the top ten identical. The answer is robust to the judgement. Footer: what we tried first and why it failed, plus the one limitation we cannot fix. Do NOT claim engagement — there is no playtime data in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score was built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filter and every weight, and which of them we derived rather than chose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2A3577"/>
          </a:solidFill>
          <a:ln w="12700">
            <a:solidFill>
              <a:srgbClr val="2A3577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3736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52728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add needs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proven?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5237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7706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volume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not own it yet?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2552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HEADROOM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5021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ln(reviews) − ln(owners)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look like what wins?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9867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42336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/ tag model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451713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pull against each other — famous games are already owned. That tension is the problem.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1481328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2A3577"/>
          </a:solidFill>
          <a:ln w="12700">
            <a:solidFill>
              <a:srgbClr val="2A3577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99432" y="173736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93208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are weighted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17720" y="2267712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Recognition
</a:t>
            </a:r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</a:t>
            </a:r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Headroom
</a:t>
            </a:r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0C6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</a:t>
            </a:r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Fit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4617720" y="363931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capped at 0.10 — DERIVED.
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R² is −1.34 — it predicts worse than the average. A pillar that loses to the mean cannot drive a ranking, so it only breaks ties.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17720" y="455371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50/40 split — A JUDGEMENT.
</a:t>
            </a:r>
            <a:pPr indent="0" marL="0">
              <a:buNone/>
            </a:pPr>
            <a:r>
              <a:rPr lang="en-US" sz="1150" dirty="0">
                <a:solidFill>
                  <a:srgbClr val="9A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principle sets 50 against 40 rather than 55 against 35.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83880" y="1481328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2A3577"/>
          </a:solidFill>
          <a:ln w="12700">
            <a:solidFill>
              <a:srgbClr val="2A3577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39912" y="173736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933688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tested the judgement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58200" y="2267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weight to Recognition — does the answer change?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58200" y="2633472"/>
          <a:ext cx="3017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AA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AA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 / 0.40 / 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 / 0.30 / 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of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 / 0.20 / 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of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0C6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thirds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0C6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of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8458200" y="4279392"/>
            <a:ext cx="3017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Recognition from 0.50 to 0.70 and the top ten does not move.
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is a judgement; the answer does not depend on it. Fit’s weight is what matters — and that was derived.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02920" y="5230368"/>
            <a:ext cx="11155680" cy="1188720"/>
          </a:xfrm>
          <a:prstGeom prst="roundRect">
            <a:avLst>
              <a:gd name="adj" fmla="val 6154"/>
            </a:avLst>
          </a:prstGeom>
          <a:solidFill>
            <a:srgbClr val="18204F"/>
          </a:solidFill>
          <a:ln w="12700">
            <a:solidFill>
              <a:srgbClr val="18204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" y="537667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FIRST 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and Scarcity as two averaged pillars. They cancelled (ρ = −0.762), leaving Scarcity just 0.030 influence on the ranking — the tension we most cared about contributed nothing. Replaced by a single ratio.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77240" y="57972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LIMIT   </a:t>
            </a:r>
            <a:pPr indent="0" marL="0">
              <a:buNone/>
            </a:pPr>
            <a:r>
              <a:rPr lang="en-US" sz="1150" dirty="0">
                <a:solidFill>
                  <a:srgbClr val="9A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SteamSpy gives owners in buckets, not numbers. Inside one bucket Headroom collapses onto Recognition exactly (ρ = 1.000) — so this is a recognition ranking banded into three ownership steps, not a three-way blend. Disclosed, not fixable.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2026-08-23T16:29:45Z</dcterms:created>
  <dcterms:modified xsi:type="dcterms:W3CDTF">2026-08-23T16:29:45Z</dcterms:modified>
</cp:coreProperties>
</file>